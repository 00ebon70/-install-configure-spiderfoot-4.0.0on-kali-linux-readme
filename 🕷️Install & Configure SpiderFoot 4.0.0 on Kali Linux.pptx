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7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CFEE9-B6D1-8032-467C-4153B0387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9D0EA-3750-4A63-5776-12D11E8095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41B83-4B7C-2C9F-A9E8-7BDA66911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3EFFF-AC87-459D-AAA7-EB18AF781259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768D2-3AAD-8874-7079-6C3D8B7E7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7B1AE-FA65-4008-B9C0-42262AA4F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4CC1-97ED-4944-A1DB-84A45B0EAC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094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3C002-C192-4B51-3068-0A167B442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9E665-7DC6-9BB6-6920-667B44DA0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D4816-8EFE-8B12-83F3-1B7617A01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3EFFF-AC87-459D-AAA7-EB18AF781259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7839E-5F0C-D13E-05C6-1C773AA72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8B06A-9BD7-F564-5BF8-FF965437B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4CC1-97ED-4944-A1DB-84A45B0EAC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370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66AE5-1CFA-31B3-3EF5-1B5C5152D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31393-FD6F-A9C1-C113-B54DEAFE3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5F850-12AA-C398-53B1-A5FD044D2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3EFFF-AC87-459D-AAA7-EB18AF781259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5BA61-BD2F-8D2E-5B76-7E6B160AB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98574-F9FB-5993-1699-6E7814A76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4CC1-97ED-4944-A1DB-84A45B0EAC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294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1CC26-4966-5433-552E-62AFDA15D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B55F3-CFF2-EAE0-83B8-5AA564A55D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E46D4-3178-F049-10A9-53558FA52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26E16-4F0E-A379-614D-2454D804A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3EFFF-AC87-459D-AAA7-EB18AF781259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913764-A221-D1EE-C4D7-EEC3F6AC6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AE2EA9-E1C8-5DDA-1432-1C4F6E126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4CC1-97ED-4944-A1DB-84A45B0EAC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945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2E377-6B89-59F6-2A5D-380357F81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DDA9C-2E88-3E8D-4F26-F93801042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77126-09CF-177A-4D41-7D279B6DA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3FFD03-CC8D-95F1-EBEE-95B5C4B801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B62DA7-EEAC-1A3F-A298-8E527E769F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EA2F99-0B6E-5AAE-9B28-A246A6AB1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3EFFF-AC87-459D-AAA7-EB18AF781259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53137E-8DCC-EAB6-DDD3-16380D0BD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BDEDA4-CEF0-BDB3-1E00-075B6D9F4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4CC1-97ED-4944-A1DB-84A45B0EAC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64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0ACBE-62D7-0DE7-7BFD-E5DF7ADC9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BEF271-DB5C-790C-E17C-866C57F68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3EFFF-AC87-459D-AAA7-EB18AF781259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8997F1-1F45-4002-D852-082041C11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FFDB09-7945-9244-3FE8-7E8A0282E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4CC1-97ED-4944-A1DB-84A45B0EAC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9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27D7C2-2B41-66FE-30DF-C7B9E851B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3EFFF-AC87-459D-AAA7-EB18AF781259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5C60EB-9A26-0D62-1815-9A5B129F1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31764-D9BE-E328-6083-3AF3E317F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4CC1-97ED-4944-A1DB-84A45B0EAC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581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5910D-FBCF-857A-2D9C-C1C253C26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3C9C2-05CB-B2C8-6C8F-37A7A4F35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5B40BD-E217-8856-8238-EA5E46AE5E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98A52F-7E0C-7054-042B-BDA3CA114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3EFFF-AC87-459D-AAA7-EB18AF781259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A4B89-5D5C-9AE5-2453-2EA707F6D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0889EF-9A7A-60DB-41D5-1540DE17D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4CC1-97ED-4944-A1DB-84A45B0EAC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67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A8A19-D8A4-1E99-F0C3-BA33A3A26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83C373-828D-BF83-61D8-0786A80373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C21CBB-7728-8C71-EA3E-97853B120D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BD011F-3FBA-00CE-32E2-5333C285C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3EFFF-AC87-459D-AAA7-EB18AF781259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3A3A8-750D-93CA-168E-F7224EE12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DF2A85-FCE8-CA2C-5672-64D23C0D1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4CC1-97ED-4944-A1DB-84A45B0EAC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34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F920A-8B49-B585-BF24-086BA801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9FA2DE-9C94-5064-F486-748036C053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C6D61-2E82-23E8-6FD0-CA9DF0C12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3EFFF-AC87-459D-AAA7-EB18AF781259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C0C5A-CF43-870A-77D2-CA9E32091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5227F-B4B7-38D2-A7ED-C54D7D4CA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4CC1-97ED-4944-A1DB-84A45B0EAC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756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52EA0D-EFDF-9F64-6D01-CA34CB6917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9AE7D8-FC32-53A4-1FA6-F1560C325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D5830-DAB5-8AB2-05CF-EC1807803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3EFFF-AC87-459D-AAA7-EB18AF781259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D3E2A-6AF1-A2F4-F9BD-C8ACDC938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37584-9BE3-7CDE-BAB4-B4A47A1F7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4CC1-97ED-4944-A1DB-84A45B0EAC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974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6949E7-AE22-8F24-A005-789505D5A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97B30-C2B5-FE4F-3515-CDBAA469C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41D6E-F5FC-16A4-2308-78CF409805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43EFFF-AC87-459D-AAA7-EB18AF781259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1EF04-33F5-955F-0023-A71ED44088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B33DF-C00B-8870-3245-5254D2804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9B4CC1-97ED-4944-A1DB-84A45B0EAC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814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micallef/spiderfoot.git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5001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5001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EE0C030-5808-7707-044B-73A836D903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6095" b="9642"/>
          <a:stretch>
            <a:fillRect/>
          </a:stretch>
        </p:blipFill>
        <p:spPr>
          <a:xfrm>
            <a:off x="4038599" y="10"/>
            <a:ext cx="8160026" cy="6875809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12DD05-EE7C-27CA-D020-79B54C7E7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73" y="2950387"/>
            <a:ext cx="3052293" cy="35314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Install &amp; Configure SpiderFoot 4.0.0 on Kali Linux.</a:t>
            </a:r>
          </a:p>
        </p:txBody>
      </p:sp>
    </p:spTree>
    <p:extLst>
      <p:ext uri="{BB962C8B-B14F-4D97-AF65-F5344CB8AC3E}">
        <p14:creationId xmlns:p14="http://schemas.microsoft.com/office/powerpoint/2010/main" val="2373608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85D786-13DC-2DF2-645E-73AC71241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07845"/>
            <a:ext cx="11277600" cy="324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429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4D26DF-E4DF-E25F-0080-2EE80EDA1A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762"/>
          <a:stretch>
            <a:fillRect/>
          </a:stretch>
        </p:blipFill>
        <p:spPr>
          <a:xfrm>
            <a:off x="4038599" y="10"/>
            <a:ext cx="8160026" cy="6875809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21F046-DC46-1356-D6D8-E9E4121FE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73" y="2950387"/>
            <a:ext cx="3052293" cy="35314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500" dirty="0">
                <a:solidFill>
                  <a:srgbClr val="FFFFFF"/>
                </a:solidFill>
              </a:rPr>
              <a:t>Commands to install SpiderFoot 4.0.0:</a:t>
            </a:r>
            <a:br>
              <a:rPr lang="en-US" sz="2500" dirty="0">
                <a:solidFill>
                  <a:srgbClr val="FFFFFF"/>
                </a:solidFill>
              </a:rPr>
            </a:br>
            <a:r>
              <a:rPr lang="en-US" sz="2500" dirty="0">
                <a:solidFill>
                  <a:srgbClr val="FFFFFF"/>
                </a:solidFill>
              </a:rPr>
              <a:t>1. sudo apt install spiderfoot</a:t>
            </a:r>
            <a:br>
              <a:rPr lang="en-US" sz="2500" dirty="0">
                <a:solidFill>
                  <a:srgbClr val="FFFFFF"/>
                </a:solidFill>
              </a:rPr>
            </a:br>
            <a:r>
              <a:rPr lang="en-US" sz="2500" dirty="0">
                <a:solidFill>
                  <a:srgbClr val="FFFFFF"/>
                </a:solidFill>
              </a:rPr>
              <a:t>2. </a:t>
            </a:r>
            <a:r>
              <a:rPr lang="en-US" sz="2200" dirty="0">
                <a:solidFill>
                  <a:schemeClr val="bg1"/>
                </a:solidFill>
              </a:rPr>
              <a:t>git clone </a:t>
            </a:r>
            <a:r>
              <a:rPr lang="en-US" sz="2200" dirty="0">
                <a:solidFill>
                  <a:schemeClr val="bg1"/>
                </a:solidFill>
                <a:hlinkClick r:id="rId3"/>
              </a:rPr>
              <a:t>https://github.com/smicallef/spiderfoot.git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3. ls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4. cd spiderfoot </a:t>
            </a:r>
            <a:br>
              <a:rPr lang="en-US" dirty="0"/>
            </a:br>
            <a:endParaRPr lang="en-US" sz="25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3903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5F5980-ABC7-DC55-0448-1728745CBF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5354" b="-1"/>
          <a:stretch>
            <a:fillRect/>
          </a:stretch>
        </p:blipFill>
        <p:spPr>
          <a:xfrm>
            <a:off x="4038599" y="10"/>
            <a:ext cx="8160026" cy="6875809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797AE9-BFB1-8674-796C-0AAFE83AA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73" y="2950387"/>
            <a:ext cx="3052293" cy="35314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2500" dirty="0">
                <a:solidFill>
                  <a:srgbClr val="FFFF00"/>
                </a:solidFill>
              </a:rPr>
              <a:t>No module named PyDDF2 found</a:t>
            </a:r>
            <a:r>
              <a:rPr lang="en-US" sz="2500" dirty="0">
                <a:solidFill>
                  <a:srgbClr val="FFFFFF"/>
                </a:solidFill>
              </a:rPr>
              <a:t>, so PyPDF2 had to be installed. Use the command </a:t>
            </a:r>
            <a:r>
              <a:rPr lang="en-US" sz="2500" dirty="0">
                <a:solidFill>
                  <a:srgbClr val="FFFF00"/>
                </a:solidFill>
              </a:rPr>
              <a:t>pip3 install secure==0.3.0 --break-system-packages</a:t>
            </a:r>
            <a:r>
              <a:rPr lang="en-US" sz="2500" dirty="0">
                <a:solidFill>
                  <a:srgbClr val="FFFFFF"/>
                </a:solidFill>
              </a:rPr>
              <a:t> to correct this.</a:t>
            </a:r>
          </a:p>
        </p:txBody>
      </p:sp>
    </p:spTree>
    <p:extLst>
      <p:ext uri="{BB962C8B-B14F-4D97-AF65-F5344CB8AC3E}">
        <p14:creationId xmlns:p14="http://schemas.microsoft.com/office/powerpoint/2010/main" val="2089813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1270CD-969F-7224-320F-1713E4F22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After running python3 sf.py –l 127.0.0.1:5001, the following error appeared: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8CF7406-B6F5-A1FA-7AA6-C7B381B7F0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683216"/>
            <a:ext cx="7225748" cy="5491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185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612C34-ACC0-2880-606B-AB26E9B55F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5651"/>
          <a:stretch>
            <a:fillRect/>
          </a:stretch>
        </p:blipFill>
        <p:spPr>
          <a:xfrm>
            <a:off x="4038599" y="10"/>
            <a:ext cx="8160026" cy="6875809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92F0F1-0671-B8B7-9454-661602294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73" y="2950387"/>
            <a:ext cx="3052293" cy="35314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2200" dirty="0">
                <a:solidFill>
                  <a:srgbClr val="FFFFFF"/>
                </a:solidFill>
              </a:rPr>
              <a:t>That error is caused by a newer incompatible Python package version. SpiderFoot’s secure package changed and broke compatibility. Fix it by installing the older working version.</a:t>
            </a:r>
            <a:br>
              <a:rPr lang="en-US" sz="2200" dirty="0">
                <a:solidFill>
                  <a:srgbClr val="FFFFFF"/>
                </a:solidFill>
              </a:rPr>
            </a:br>
            <a:r>
              <a:rPr lang="en-US" sz="2200" dirty="0">
                <a:solidFill>
                  <a:srgbClr val="FFFFFF"/>
                </a:solidFill>
              </a:rPr>
              <a:t>Run: pip3 uninstall secure -y</a:t>
            </a:r>
            <a:br>
              <a:rPr lang="en-US" sz="2200" dirty="0">
                <a:solidFill>
                  <a:srgbClr val="FFFFFF"/>
                </a:solidFill>
              </a:rPr>
            </a:br>
            <a:endParaRPr lang="en-US" sz="2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1530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96EBCE-8DF3-8410-38B6-FCF3D93898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0100" b="-2"/>
          <a:stretch>
            <a:fillRect/>
          </a:stretch>
        </p:blipFill>
        <p:spPr>
          <a:xfrm>
            <a:off x="4038599" y="10"/>
            <a:ext cx="8160026" cy="6875809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03F84E-7079-6A89-4A5F-CC55802F4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73" y="2950387"/>
            <a:ext cx="3052293" cy="35314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br>
              <a:rPr lang="en-US" sz="2200" dirty="0">
                <a:solidFill>
                  <a:srgbClr val="FFFFFF"/>
                </a:solidFill>
              </a:rPr>
            </a:br>
            <a:br>
              <a:rPr lang="en-US" sz="2200" dirty="0">
                <a:solidFill>
                  <a:srgbClr val="FFFFFF"/>
                </a:solidFill>
              </a:rPr>
            </a:br>
            <a:r>
              <a:rPr lang="en-US" sz="2200" dirty="0">
                <a:solidFill>
                  <a:srgbClr val="FFFFFF"/>
                </a:solidFill>
              </a:rPr>
              <a:t>Now start SpiderFoot again:</a:t>
            </a:r>
            <a:br>
              <a:rPr lang="en-US" sz="2200" dirty="0">
                <a:solidFill>
                  <a:srgbClr val="FFFFFF"/>
                </a:solidFill>
              </a:rPr>
            </a:br>
            <a:r>
              <a:rPr lang="en-US" sz="2200" dirty="0">
                <a:solidFill>
                  <a:srgbClr val="FFFF00"/>
                </a:solidFill>
              </a:rPr>
              <a:t>python3 sf.py -l 127.0.0.1:5001</a:t>
            </a:r>
            <a:br>
              <a:rPr lang="en-US" sz="2200" dirty="0">
                <a:solidFill>
                  <a:srgbClr val="FFFFFF"/>
                </a:solidFill>
              </a:rPr>
            </a:br>
            <a:r>
              <a:rPr lang="en-US" sz="2200" dirty="0">
                <a:solidFill>
                  <a:srgbClr val="FFFFFF"/>
                </a:solidFill>
              </a:rPr>
              <a:t>You should finally see something like:</a:t>
            </a:r>
            <a:br>
              <a:rPr lang="en-US" sz="2200" dirty="0">
                <a:solidFill>
                  <a:srgbClr val="FFFFFF"/>
                </a:solidFill>
              </a:rPr>
            </a:br>
            <a:r>
              <a:rPr lang="en-US" sz="2200" dirty="0">
                <a:solidFill>
                  <a:srgbClr val="FFFFFF"/>
                </a:solidFill>
              </a:rPr>
              <a:t>Starting web server at </a:t>
            </a:r>
            <a:r>
              <a:rPr lang="en-US" sz="2200" dirty="0">
                <a:solidFill>
                  <a:srgbClr val="46788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</a:t>
            </a:r>
            <a:r>
              <a:rPr lang="en-US" sz="2200" dirty="0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127.0.0.1:5001</a:t>
            </a:r>
            <a:r>
              <a:rPr lang="en-US" sz="2200" dirty="0">
                <a:solidFill>
                  <a:srgbClr val="FFFF00"/>
                </a:solidFill>
              </a:rPr>
              <a:t> </a:t>
            </a:r>
            <a:br>
              <a:rPr lang="en-US" sz="2200" dirty="0">
                <a:solidFill>
                  <a:srgbClr val="FFFFFF"/>
                </a:solidFill>
              </a:rPr>
            </a:br>
            <a:endParaRPr lang="en-US" sz="2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010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78FE32-17FC-F311-CA04-2F807965E9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618"/>
          <a:stretch>
            <a:fillRect/>
          </a:stretch>
        </p:blipFill>
        <p:spPr>
          <a:xfrm>
            <a:off x="4038599" y="10"/>
            <a:ext cx="8160026" cy="6875809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914970-2DF2-2802-A685-3C973E3DE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73" y="2950387"/>
            <a:ext cx="3052293" cy="35314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1900" dirty="0">
                <a:solidFill>
                  <a:srgbClr val="FFFFFF"/>
                </a:solidFill>
              </a:rPr>
              <a:t>In the Kali GUI: </a:t>
            </a:r>
            <a:br>
              <a:rPr lang="en-US" sz="1900" dirty="0">
                <a:solidFill>
                  <a:srgbClr val="FFFFFF"/>
                </a:solidFill>
              </a:rPr>
            </a:br>
            <a:r>
              <a:rPr lang="en-US" sz="1900" dirty="0">
                <a:solidFill>
                  <a:srgbClr val="FFFFFF"/>
                </a:solidFill>
              </a:rPr>
              <a:t>1.Open </a:t>
            </a:r>
            <a:r>
              <a:rPr lang="en-US" sz="1900" b="1" dirty="0">
                <a:solidFill>
                  <a:srgbClr val="FFFFFF"/>
                </a:solidFill>
              </a:rPr>
              <a:t>Firefox</a:t>
            </a:r>
            <a:r>
              <a:rPr lang="en-US" sz="1900" dirty="0">
                <a:solidFill>
                  <a:srgbClr val="FFFFFF"/>
                </a:solidFill>
              </a:rPr>
              <a:t> from the menu/taskbar. </a:t>
            </a:r>
            <a:br>
              <a:rPr lang="en-US" sz="1900" dirty="0">
                <a:solidFill>
                  <a:srgbClr val="FFFFFF"/>
                </a:solidFill>
              </a:rPr>
            </a:br>
            <a:r>
              <a:rPr lang="en-US" sz="1900" dirty="0">
                <a:solidFill>
                  <a:srgbClr val="FFFFFF"/>
                </a:solidFill>
              </a:rPr>
              <a:t>2.Click the address bar at the top. </a:t>
            </a:r>
            <a:br>
              <a:rPr lang="en-US" sz="1900" dirty="0">
                <a:solidFill>
                  <a:srgbClr val="FFFFFF"/>
                </a:solidFill>
              </a:rPr>
            </a:br>
            <a:r>
              <a:rPr lang="en-US" sz="1900" dirty="0">
                <a:solidFill>
                  <a:srgbClr val="FFFFFF"/>
                </a:solidFill>
              </a:rPr>
              <a:t>3. Type: </a:t>
            </a:r>
            <a:r>
              <a:rPr lang="en-US" sz="1900" dirty="0">
                <a:solidFill>
                  <a:srgbClr val="FFFFFF"/>
                </a:solidFill>
                <a:hlinkClick r:id="rId3"/>
              </a:rPr>
              <a:t>http://127.0.0.1:5001</a:t>
            </a:r>
            <a:r>
              <a:rPr lang="en-US" sz="1900" dirty="0">
                <a:solidFill>
                  <a:srgbClr val="FFFFFF"/>
                </a:solidFill>
              </a:rPr>
              <a:t> </a:t>
            </a:r>
            <a:br>
              <a:rPr lang="en-US" sz="1900" dirty="0">
                <a:solidFill>
                  <a:srgbClr val="FFFFFF"/>
                </a:solidFill>
              </a:rPr>
            </a:br>
            <a:r>
              <a:rPr lang="en-US" sz="1900" dirty="0">
                <a:solidFill>
                  <a:srgbClr val="FFFFFF"/>
                </a:solidFill>
              </a:rPr>
              <a:t>4. Press </a:t>
            </a:r>
            <a:r>
              <a:rPr lang="en-US" sz="1900" b="1" dirty="0">
                <a:solidFill>
                  <a:srgbClr val="FFFFFF"/>
                </a:solidFill>
              </a:rPr>
              <a:t>Enter</a:t>
            </a:r>
            <a:r>
              <a:rPr lang="en-US" sz="1900" dirty="0">
                <a:solidFill>
                  <a:srgbClr val="FFFFFF"/>
                </a:solidFill>
              </a:rPr>
              <a:t>. </a:t>
            </a:r>
            <a:br>
              <a:rPr lang="en-US" sz="1900" dirty="0">
                <a:solidFill>
                  <a:srgbClr val="FFFFFF"/>
                </a:solidFill>
              </a:rPr>
            </a:br>
            <a:r>
              <a:rPr lang="en-US" sz="1900" dirty="0">
                <a:solidFill>
                  <a:srgbClr val="FFFFFF"/>
                </a:solidFill>
              </a:rPr>
              <a:t>That should open the SpiderFoot web interface running locally on your Kali VM.</a:t>
            </a:r>
            <a:br>
              <a:rPr lang="en-US" sz="1900" dirty="0">
                <a:solidFill>
                  <a:srgbClr val="FFFFFF"/>
                </a:solidFill>
              </a:rPr>
            </a:br>
            <a:endParaRPr lang="en-US" sz="19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6846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C98BC8-2610-9E6F-BE97-6000A54315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403" r="10599"/>
          <a:stretch>
            <a:fillRect/>
          </a:stretch>
        </p:blipFill>
        <p:spPr>
          <a:xfrm>
            <a:off x="4038599" y="10"/>
            <a:ext cx="8160026" cy="6875809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138692-102E-5071-0124-B4B34513B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73" y="2950387"/>
            <a:ext cx="3052293" cy="35314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Proof of Concept – Sample Scans in SpiderFoot 4.0.0.0!</a:t>
            </a:r>
          </a:p>
        </p:txBody>
      </p:sp>
    </p:spTree>
    <p:extLst>
      <p:ext uri="{BB962C8B-B14F-4D97-AF65-F5344CB8AC3E}">
        <p14:creationId xmlns:p14="http://schemas.microsoft.com/office/powerpoint/2010/main" val="3378308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5BF4DF2C-F028-4921-9C23-41303F650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E86801-546C-3A13-07F3-9386FFBED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98246"/>
            <a:ext cx="4412419" cy="36262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💡Helpful Hints and Tips!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B17F86C-17DD-E336-F853-9F5626724F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82190" y="485774"/>
            <a:ext cx="6298315" cy="6329967"/>
          </a:xfrm>
          <a:prstGeom prst="rect">
            <a:avLst/>
          </a:prstGeom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892B7B61-D701-474B-AE8F-EA238B550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12034" y="1267063"/>
            <a:ext cx="368480" cy="519967"/>
            <a:chOff x="11512034" y="1267063"/>
            <a:chExt cx="368480" cy="519967"/>
          </a:xfrm>
          <a:solidFill>
            <a:srgbClr val="FFFFFF"/>
          </a:solidFill>
        </p:grpSpPr>
        <p:sp>
          <p:nvSpPr>
            <p:cNvPr id="53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12034" y="1267063"/>
              <a:ext cx="139037" cy="139039"/>
            </a:xfrm>
            <a:custGeom>
              <a:avLst/>
              <a:gdLst>
                <a:gd name="connsiteX0" fmla="*/ 129600 w 139037"/>
                <a:gd name="connsiteY0" fmla="*/ 60082 h 139039"/>
                <a:gd name="connsiteX1" fmla="*/ 78955 w 139037"/>
                <a:gd name="connsiteY1" fmla="*/ 60082 h 139039"/>
                <a:gd name="connsiteX2" fmla="*/ 78955 w 139037"/>
                <a:gd name="connsiteY2" fmla="*/ 9437 h 139039"/>
                <a:gd name="connsiteX3" fmla="*/ 69519 w 139037"/>
                <a:gd name="connsiteY3" fmla="*/ 0 h 139039"/>
                <a:gd name="connsiteX4" fmla="*/ 60082 w 139037"/>
                <a:gd name="connsiteY4" fmla="*/ 9437 h 139039"/>
                <a:gd name="connsiteX5" fmla="*/ 60082 w 139037"/>
                <a:gd name="connsiteY5" fmla="*/ 60082 h 139039"/>
                <a:gd name="connsiteX6" fmla="*/ 9437 w 139037"/>
                <a:gd name="connsiteY6" fmla="*/ 60082 h 139039"/>
                <a:gd name="connsiteX7" fmla="*/ 0 w 139037"/>
                <a:gd name="connsiteY7" fmla="*/ 69520 h 139039"/>
                <a:gd name="connsiteX8" fmla="*/ 9437 w 139037"/>
                <a:gd name="connsiteY8" fmla="*/ 78957 h 139039"/>
                <a:gd name="connsiteX9" fmla="*/ 60082 w 139037"/>
                <a:gd name="connsiteY9" fmla="*/ 78957 h 139039"/>
                <a:gd name="connsiteX10" fmla="*/ 60082 w 139037"/>
                <a:gd name="connsiteY10" fmla="*/ 129602 h 139039"/>
                <a:gd name="connsiteX11" fmla="*/ 69519 w 139037"/>
                <a:gd name="connsiteY11" fmla="*/ 139039 h 139039"/>
                <a:gd name="connsiteX12" fmla="*/ 78955 w 139037"/>
                <a:gd name="connsiteY12" fmla="*/ 129602 h 139039"/>
                <a:gd name="connsiteX13" fmla="*/ 78955 w 139037"/>
                <a:gd name="connsiteY13" fmla="*/ 78957 h 139039"/>
                <a:gd name="connsiteX14" fmla="*/ 129600 w 139037"/>
                <a:gd name="connsiteY14" fmla="*/ 78957 h 139039"/>
                <a:gd name="connsiteX15" fmla="*/ 139037 w 139037"/>
                <a:gd name="connsiteY15" fmla="*/ 69520 h 139039"/>
                <a:gd name="connsiteX16" fmla="*/ 129600 w 139037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7" h="139039">
                  <a:moveTo>
                    <a:pt x="129600" y="60082"/>
                  </a:moveTo>
                  <a:lnTo>
                    <a:pt x="78955" y="60082"/>
                  </a:lnTo>
                  <a:lnTo>
                    <a:pt x="78955" y="9437"/>
                  </a:lnTo>
                  <a:cubicBezTo>
                    <a:pt x="78955" y="4225"/>
                    <a:pt x="74730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7" y="139039"/>
                    <a:pt x="69519" y="139039"/>
                  </a:cubicBezTo>
                  <a:cubicBezTo>
                    <a:pt x="74730" y="139039"/>
                    <a:pt x="78955" y="134814"/>
                    <a:pt x="78955" y="129602"/>
                  </a:cubicBezTo>
                  <a:lnTo>
                    <a:pt x="78955" y="78957"/>
                  </a:lnTo>
                  <a:lnTo>
                    <a:pt x="129600" y="78957"/>
                  </a:lnTo>
                  <a:cubicBezTo>
                    <a:pt x="134812" y="78957"/>
                    <a:pt x="139037" y="74731"/>
                    <a:pt x="139037" y="69520"/>
                  </a:cubicBezTo>
                  <a:cubicBezTo>
                    <a:pt x="139037" y="64308"/>
                    <a:pt x="134812" y="60082"/>
                    <a:pt x="129600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54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2801" y="1659316"/>
              <a:ext cx="127713" cy="127714"/>
            </a:xfrm>
            <a:custGeom>
              <a:avLst/>
              <a:gdLst>
                <a:gd name="connsiteX0" fmla="*/ 63857 w 127713"/>
                <a:gd name="connsiteY0" fmla="*/ 18874 h 127714"/>
                <a:gd name="connsiteX1" fmla="*/ 108839 w 127713"/>
                <a:gd name="connsiteY1" fmla="*/ 63857 h 127714"/>
                <a:gd name="connsiteX2" fmla="*/ 63857 w 127713"/>
                <a:gd name="connsiteY2" fmla="*/ 108840 h 127714"/>
                <a:gd name="connsiteX3" fmla="*/ 18874 w 127713"/>
                <a:gd name="connsiteY3" fmla="*/ 63857 h 127714"/>
                <a:gd name="connsiteX4" fmla="*/ 63857 w 127713"/>
                <a:gd name="connsiteY4" fmla="*/ 18874 h 127714"/>
                <a:gd name="connsiteX5" fmla="*/ 63857 w 127713"/>
                <a:gd name="connsiteY5" fmla="*/ 0 h 127714"/>
                <a:gd name="connsiteX6" fmla="*/ 0 w 127713"/>
                <a:gd name="connsiteY6" fmla="*/ 63857 h 127714"/>
                <a:gd name="connsiteX7" fmla="*/ 63857 w 127713"/>
                <a:gd name="connsiteY7" fmla="*/ 127714 h 127714"/>
                <a:gd name="connsiteX8" fmla="*/ 127713 w 127713"/>
                <a:gd name="connsiteY8" fmla="*/ 63857 h 127714"/>
                <a:gd name="connsiteX9" fmla="*/ 63857 w 127713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4">
                  <a:moveTo>
                    <a:pt x="63857" y="18874"/>
                  </a:moveTo>
                  <a:cubicBezTo>
                    <a:pt x="88700" y="18874"/>
                    <a:pt x="108839" y="39014"/>
                    <a:pt x="108839" y="63857"/>
                  </a:cubicBezTo>
                  <a:cubicBezTo>
                    <a:pt x="108839" y="88700"/>
                    <a:pt x="88700" y="108840"/>
                    <a:pt x="63857" y="108840"/>
                  </a:cubicBezTo>
                  <a:cubicBezTo>
                    <a:pt x="39013" y="108840"/>
                    <a:pt x="18874" y="88700"/>
                    <a:pt x="18874" y="63857"/>
                  </a:cubicBezTo>
                  <a:cubicBezTo>
                    <a:pt x="18898" y="39024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89977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233</Words>
  <Application>Microsoft Office PowerPoint</Application>
  <PresentationFormat>Widescreen</PresentationFormat>
  <Paragraphs>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Install &amp; Configure SpiderFoot 4.0.0 on Kali Linux.</vt:lpstr>
      <vt:lpstr>PowerPoint Presentation</vt:lpstr>
      <vt:lpstr>Commands to install SpiderFoot 4.0.0: 1. sudo apt install spiderfoot 2. git clone https://github.com/smicallef/spiderfoot.git 3. ls 4. cd spiderfoot  </vt:lpstr>
      <vt:lpstr>No module named PyDDF2 found, so PyPDF2 had to be installed. Use the command pip3 install secure==0.3.0 --break-system-packages to correct this.</vt:lpstr>
      <vt:lpstr>After running python3 sf.py –l 127.0.0.1:5001, the following error appeared:</vt:lpstr>
      <vt:lpstr>That error is caused by a newer incompatible Python package version. SpiderFoot’s secure package changed and broke compatibility. Fix it by installing the older working version. Run: pip3 uninstall secure -y </vt:lpstr>
      <vt:lpstr>  Now start SpiderFoot again: python3 sf.py -l 127.0.0.1:5001 You should finally see something like: Starting web server at http://127.0.0.1:5001  </vt:lpstr>
      <vt:lpstr>In the Kali GUI:  1.Open Firefox from the menu/taskbar.  2.Click the address bar at the top.  3. Type: http://127.0.0.1:5001  4. Press Enter.  That should open the SpiderFoot web interface running locally on your Kali VM. </vt:lpstr>
      <vt:lpstr>Proof of Concept – Sample Scans in SpiderFoot 4.0.0.0!</vt:lpstr>
      <vt:lpstr>💡Helpful Hints and Tips!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Ebon Roland</dc:creator>
  <cp:lastModifiedBy>Ebon Roland</cp:lastModifiedBy>
  <cp:revision>13</cp:revision>
  <dcterms:created xsi:type="dcterms:W3CDTF">2026-05-07T21:17:59Z</dcterms:created>
  <dcterms:modified xsi:type="dcterms:W3CDTF">2026-05-08T02:17:22Z</dcterms:modified>
</cp:coreProperties>
</file>